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1" y="4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478C4-DAAD-DD99-FEC1-E9A23D675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7B5D18-8E49-F278-EF87-C382F0413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8C940-3A76-420B-46EF-BC809EEDD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2F891-A61A-41CE-9C5E-E7D657660D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54E1D-02B9-614A-069E-1028E6AD7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BF36B-C854-B217-0965-6FA3C61C8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437C-F654-476F-BE87-9CC722E0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71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35AAB-0304-625D-3DD6-AE14D5081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E83BA-43F0-DF52-122F-2285DC9A2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750C4-B86E-D721-EBEE-FD292BA8F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2F891-A61A-41CE-9C5E-E7D657660D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97EF5-3B2A-7BDF-FB64-CA17CAC21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8EED3-3D74-C552-C33A-AE8CA019B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437C-F654-476F-BE87-9CC722E0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84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03B15-2F33-7F95-8F55-1A9E51FD9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92461-3DE9-6E60-2ADB-DD9F61342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4149B-39E6-0C0F-C2A1-0CAB1E869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2F891-A61A-41CE-9C5E-E7D657660D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A070A-1334-C98F-CEF7-58B63DBCF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DCA65-ABE1-E9E6-4035-569E0597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437C-F654-476F-BE87-9CC722E0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44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E0507-74A7-1EA4-C4C3-BEFCE5F87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0D984-C788-37E0-B1B8-DB76A09B22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0C2B3-C4A2-D3C1-197C-8F212C29A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078BA-17F8-61B7-3105-0245B0BA2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2F891-A61A-41CE-9C5E-E7D657660D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2A537-8D27-FD32-F88E-19E7F2923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3D4F9-EE95-2E99-84F9-46C1BFD0C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437C-F654-476F-BE87-9CC722E0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115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51D6C-3439-3B42-FE76-B88D7048E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2FA1A-7852-C0D6-B229-629F70DDA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D7F0D-A8AE-18BE-5981-588830E66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B41FEA-5BBE-DEC9-2CF2-B7DFE91719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A8C533-44EC-8CB5-EA06-3B40569707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F473A-8D39-6EED-D365-CA8EF6247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2F891-A61A-41CE-9C5E-E7D657660D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59AECB-7789-CE40-730C-3115A8361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79ABBE-6C25-F48C-FD7A-8305E631C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437C-F654-476F-BE87-9CC722E0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21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6AB3-FEEE-E915-01EE-D4129C638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55F01F-7B7C-7B09-52EA-E532178F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2F891-A61A-41CE-9C5E-E7D657660D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C777B-8B3F-2006-1BAB-1E3F6BCFC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1E337D-BE04-1872-F5D5-FB220DC93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437C-F654-476F-BE87-9CC722E0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045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6514E3-51FA-A84F-014E-981E1D802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2F891-A61A-41CE-9C5E-E7D657660D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CD8B66-7CF0-95FE-6FC5-95105022B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60E53-E5D8-8483-2D54-3D4502D3C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437C-F654-476F-BE87-9CC722E0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184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C8191-826D-6EE8-D223-C3BCC9D5B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23301-962F-C53F-222C-0A7B35BC2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5841A8-BB86-D5D9-C4C1-A940E6EBE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A7B50-D182-8C2A-623A-CC69492E9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2F891-A61A-41CE-9C5E-E7D657660D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0ACF0-F3AF-9B63-1C9C-DBA69F05B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DEB29-D04F-189D-06F1-419B54080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437C-F654-476F-BE87-9CC722E0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5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089FD-E718-301C-AF3F-B570C817D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067563-2D2D-C02B-DD0E-0E88F8B144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C47774-D2F0-400E-6BF1-74260B982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0291F-865F-202F-E9C1-039ADFB4B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2F891-A61A-41CE-9C5E-E7D657660D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CE580-9F8F-8508-E659-3E8AECED4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BE823-58B0-DBF2-363B-E65CFBE17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437C-F654-476F-BE87-9CC722E0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124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D4F3D-79D8-8412-AE31-549007205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F409DD-5BE1-A9E3-13E3-EECEF324D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66613-0B4B-A9E5-566D-98E25AB4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2F891-A61A-41CE-9C5E-E7D657660D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322A6-6F22-B1B4-EE60-211C65DF4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BACB2-0483-5036-A1D4-EA8D087F8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437C-F654-476F-BE87-9CC722E0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11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F417F5-4271-39A3-F302-54B3E384D7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4D1FDC-9FB4-FE74-1204-417E964CC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3A0DF-241A-82B5-AF33-24B1FC2EF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2F891-A61A-41CE-9C5E-E7D657660D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C62DA-F388-4BC3-EA22-9CBB24C5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C0EF9-FDC2-08BC-B26E-AFA2F0DD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437C-F654-476F-BE87-9CC722E0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54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9C1364-14AD-4016-811F-9548BF042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2B86D-257A-C775-4C99-D5E3636C6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0FE79-6504-978C-AD21-781ABB1B2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C2F891-A61A-41CE-9C5E-E7D657660D1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9DCCA-2DA5-73CE-3293-9AE664B619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9A1AA-A20F-3562-C2B1-F0272A954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74437C-F654-476F-BE87-9CC722E0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25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42C0A-60C0-310B-9BA0-AA6A244B9B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Real Time RNN Predictor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15FD98-F92A-645E-8777-0EA8134C55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 EN 595R – Deep Learning for Engineers</a:t>
            </a:r>
          </a:p>
          <a:p>
            <a:r>
              <a:rPr lang="en-US" dirty="0"/>
              <a:t>Joshua Spiesman</a:t>
            </a:r>
          </a:p>
        </p:txBody>
      </p:sp>
    </p:spTree>
    <p:extLst>
      <p:ext uri="{BB962C8B-B14F-4D97-AF65-F5344CB8AC3E}">
        <p14:creationId xmlns:p14="http://schemas.microsoft.com/office/powerpoint/2010/main" val="3331620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6C1951-E6F5-F489-8970-158BBA29C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360A9432-A207-000F-3AB7-86605881A0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08A74E-6AE1-DFBA-DD68-E781470F4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dirty="0"/>
              <a:t>Embedded Rep Counter</a:t>
            </a: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87D3A8DA-5AD5-A42E-B766-DC9AB8E64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2B770-4C2B-6322-A9BF-2D99FA1D0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An Alarm clock that doesn’t turn off until you work out!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Live sensor data to estimate rep count.</a:t>
            </a:r>
          </a:p>
        </p:txBody>
      </p:sp>
      <p:pic>
        <p:nvPicPr>
          <p:cNvPr id="1026" name="Picture 1">
            <a:extLst>
              <a:ext uri="{FF2B5EF4-FFF2-40B4-BE49-F238E27FC236}">
                <a16:creationId xmlns:a16="http://schemas.microsoft.com/office/drawing/2014/main" id="{F06344BE-F821-B2F2-459A-7562ECFFC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73" r="9300" b="2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3857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4FEC03-AA1D-EB19-E94D-A3EF64352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dirty="0"/>
              <a:t>Embedded Rep Counter</a:t>
            </a: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2C67B-E51C-14F5-15E7-00130A4D1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Why use machine learning?</a:t>
            </a:r>
          </a:p>
          <a:p>
            <a:pPr>
              <a:buFontTx/>
              <a:buChar char="-"/>
            </a:pPr>
            <a:r>
              <a:rPr lang="en-US" sz="2200" dirty="0"/>
              <a:t>Improve Accuracy</a:t>
            </a:r>
          </a:p>
          <a:p>
            <a:pPr>
              <a:buFontTx/>
              <a:buChar char="-"/>
            </a:pPr>
            <a:endParaRPr lang="en-US" sz="2200" dirty="0"/>
          </a:p>
          <a:p>
            <a:pPr>
              <a:buFontTx/>
              <a:buChar char="-"/>
            </a:pPr>
            <a:endParaRPr lang="en-US" sz="2200" dirty="0"/>
          </a:p>
        </p:txBody>
      </p:sp>
      <p:pic>
        <p:nvPicPr>
          <p:cNvPr id="1026" name="Picture 1">
            <a:extLst>
              <a:ext uri="{FF2B5EF4-FFF2-40B4-BE49-F238E27FC236}">
                <a16:creationId xmlns:a16="http://schemas.microsoft.com/office/drawing/2014/main" id="{D4595884-F40B-7098-CC46-C78284A18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73" r="9300" b="2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1448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45A99-D3B9-2515-321A-E5EAE1FEB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D7DFB-C4E1-BF30-A9FA-345C3F943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Example of Many-to-One LSTM - PyTorch Forums">
            <a:extLst>
              <a:ext uri="{FF2B5EF4-FFF2-40B4-BE49-F238E27FC236}">
                <a16:creationId xmlns:a16="http://schemas.microsoft.com/office/drawing/2014/main" id="{B165632F-DB73-60D9-82C0-562E8FFF6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0825"/>
            <a:ext cx="12192000" cy="381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9927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F66B2-1ED2-7CF5-CB34-7A7C11CBB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1E15F-E398-A570-DA98-B69581AE9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7086" y="1825625"/>
            <a:ext cx="7456714" cy="4351338"/>
          </a:xfrm>
        </p:spPr>
        <p:txBody>
          <a:bodyPr/>
          <a:lstStyle/>
          <a:p>
            <a:r>
              <a:rPr lang="en-US" dirty="0"/>
              <a:t>Sliding Window</a:t>
            </a:r>
          </a:p>
          <a:p>
            <a:pPr lvl="1"/>
            <a:r>
              <a:rPr lang="en-US" dirty="0"/>
              <a:t>Avoid Phase Flicker</a:t>
            </a:r>
          </a:p>
          <a:p>
            <a:r>
              <a:rPr lang="en-US" dirty="0"/>
              <a:t>Labels = 0, 1, 2, or 3 reps</a:t>
            </a:r>
          </a:p>
          <a:p>
            <a:r>
              <a:rPr lang="en-US" dirty="0"/>
              <a:t>Real time output:</a:t>
            </a:r>
          </a:p>
          <a:p>
            <a:pPr marL="457200" lvl="1" indent="0">
              <a:buNone/>
            </a:pPr>
            <a:r>
              <a:rPr lang="en-US" dirty="0"/>
              <a:t>000001111122222211111100000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2050" name="Picture 2" descr="Example of Many-to-One LSTM - PyTorch Forums">
            <a:extLst>
              <a:ext uri="{FF2B5EF4-FFF2-40B4-BE49-F238E27FC236}">
                <a16:creationId xmlns:a16="http://schemas.microsoft.com/office/drawing/2014/main" id="{1889A636-0401-8206-A129-A289069E2F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22" r="47500"/>
          <a:stretch>
            <a:fillRect/>
          </a:stretch>
        </p:blipFill>
        <p:spPr bwMode="auto">
          <a:xfrm>
            <a:off x="979713" y="840467"/>
            <a:ext cx="2460171" cy="381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6115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F250-815F-74C4-ECC8-BE51EE00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E081D-4E12-B229-5F73-3E7602A71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C70C8C-3A36-2A31-6415-66B96745C3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618"/>
          <a:stretch>
            <a:fillRect/>
          </a:stretch>
        </p:blipFill>
        <p:spPr>
          <a:xfrm>
            <a:off x="2933258" y="2098283"/>
            <a:ext cx="6325483" cy="380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675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BD1EC-6F1A-C0D5-B2B2-024E49C2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D40F6-6A25-B576-2E9E-B4435D9FB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8FF816-F72E-9B99-905A-D5646D15C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7630"/>
            <a:ext cx="12192000" cy="490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476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CD053-7094-5CAC-DC08-598A7D546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E3874-FFA8-9EC6-7A14-C5CBCD7D8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C8C17-A6A2-974C-C7BF-9376BF75D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33BF1D-2479-3574-60A0-C5ACF414C4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59" t="40957" r="6250" b="53532"/>
          <a:stretch>
            <a:fillRect/>
          </a:stretch>
        </p:blipFill>
        <p:spPr>
          <a:xfrm>
            <a:off x="1177636" y="2985655"/>
            <a:ext cx="10252364" cy="27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385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120E1-6880-3AEE-BDC1-DF6E3B5B7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03068-78CB-5656-67BC-5E231B1E7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6E649-4A32-745F-6E13-E0C5A38C0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150" y="642548"/>
            <a:ext cx="10021699" cy="55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842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FF7A5-ACA7-9CB1-3BA4-94C6B077A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B6AE-A61E-3AA2-DB0C-640D4E4B6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18741-8407-7941-DD8D-2DA008ABB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A Brief Guide to Cross-Entropy Loss">
            <a:extLst>
              <a:ext uri="{FF2B5EF4-FFF2-40B4-BE49-F238E27FC236}">
                <a16:creationId xmlns:a16="http://schemas.microsoft.com/office/drawing/2014/main" id="{ABE1B5F7-0F8B-C9DA-49AA-149DF655A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573" y="1139817"/>
            <a:ext cx="5912427" cy="3941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D47149-3833-E184-C991-5DC2C883E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86" y="5411202"/>
            <a:ext cx="11841227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344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20506-0B2E-FC8E-82B4-CEF7C3BCE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7CF9B-069A-C940-A9A1-D22812804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h_t</a:t>
            </a:r>
            <a:r>
              <a:rPr lang="en-US" dirty="0"/>
              <a:t>  → linear layer → </a:t>
            </a:r>
            <a:r>
              <a:rPr lang="en-US" dirty="0" err="1"/>
              <a:t>y_t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h_t</a:t>
            </a:r>
            <a:r>
              <a:rPr lang="en-US" dirty="0"/>
              <a:t>  → MLP (increase depth) → </a:t>
            </a:r>
            <a:r>
              <a:rPr lang="en-US" dirty="0" err="1"/>
              <a:t>y_t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838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1DCFB-5D48-FFD9-E5D9-32DD2895F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 saw the greatest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81183-A8B6-95DA-8534-B99073E16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Curriculum Training Scheme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67AB92-056C-62B4-8508-3E1FAAA6B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7888"/>
            <a:ext cx="12192000" cy="413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738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FD492-B176-F8F9-70F3-E171B030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81CB2-1551-6911-FBC8-DA0D44A6C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7086" y="2386241"/>
            <a:ext cx="7761514" cy="4351338"/>
          </a:xfrm>
        </p:spPr>
        <p:txBody>
          <a:bodyPr/>
          <a:lstStyle/>
          <a:p>
            <a:r>
              <a:rPr lang="en-US" dirty="0"/>
              <a:t>More Data (over-fitting too soon)</a:t>
            </a:r>
          </a:p>
          <a:p>
            <a:pPr lvl="1"/>
            <a:r>
              <a:rPr lang="en-US" dirty="0"/>
              <a:t>More Labels, improve balance bias (vs. high accel)</a:t>
            </a:r>
          </a:p>
          <a:p>
            <a:r>
              <a:rPr lang="en-US" dirty="0"/>
              <a:t>Play with more depth (MLP, resource trade-off)</a:t>
            </a:r>
          </a:p>
          <a:p>
            <a:pPr lvl="1"/>
            <a:r>
              <a:rPr lang="en-US" dirty="0"/>
              <a:t>More complex features</a:t>
            </a:r>
          </a:p>
          <a:p>
            <a:r>
              <a:rPr lang="en-US" dirty="0"/>
              <a:t>Smaller windows</a:t>
            </a:r>
          </a:p>
          <a:p>
            <a:pPr lvl="1"/>
            <a:r>
              <a:rPr lang="en-US" dirty="0"/>
              <a:t>Flicker trade-off</a:t>
            </a:r>
          </a:p>
        </p:txBody>
      </p:sp>
      <p:pic>
        <p:nvPicPr>
          <p:cNvPr id="2050" name="Picture 2" descr="Example of Many-to-One LSTM - PyTorch Forums">
            <a:extLst>
              <a:ext uri="{FF2B5EF4-FFF2-40B4-BE49-F238E27FC236}">
                <a16:creationId xmlns:a16="http://schemas.microsoft.com/office/drawing/2014/main" id="{9A88ECFE-6BD3-8B6F-F5A2-ECC48A6339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22" r="47500"/>
          <a:stretch>
            <a:fillRect/>
          </a:stretch>
        </p:blipFill>
        <p:spPr bwMode="auto">
          <a:xfrm>
            <a:off x="979713" y="1401083"/>
            <a:ext cx="2460171" cy="381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198BAA-64DD-4703-DDE2-E295E3A79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Improvements and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1757034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60163-5265-4074-E692-7BFC45670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09ECF-E885-F771-9D20-18E546F34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7086" y="2386241"/>
            <a:ext cx="7456714" cy="4351338"/>
          </a:xfrm>
        </p:spPr>
        <p:txBody>
          <a:bodyPr/>
          <a:lstStyle/>
          <a:p>
            <a:r>
              <a:rPr lang="en-US" dirty="0"/>
              <a:t>Sliding Window</a:t>
            </a:r>
          </a:p>
          <a:p>
            <a:pPr lvl="1"/>
            <a:r>
              <a:rPr lang="en-US" dirty="0"/>
              <a:t>Avoid Phase Flicker</a:t>
            </a:r>
          </a:p>
          <a:p>
            <a:r>
              <a:rPr lang="en-US" dirty="0"/>
              <a:t>Labels = 0, 1, 2, or 3 reps</a:t>
            </a:r>
          </a:p>
          <a:p>
            <a:r>
              <a:rPr lang="en-US" dirty="0"/>
              <a:t>Real time output:</a:t>
            </a:r>
          </a:p>
          <a:p>
            <a:pPr marL="457200" lvl="1" indent="0">
              <a:buNone/>
            </a:pPr>
            <a:r>
              <a:rPr lang="en-US" dirty="0"/>
              <a:t>000001111122222211111100000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2050" name="Picture 2" descr="Example of Many-to-One LSTM - PyTorch Forums">
            <a:extLst>
              <a:ext uri="{FF2B5EF4-FFF2-40B4-BE49-F238E27FC236}">
                <a16:creationId xmlns:a16="http://schemas.microsoft.com/office/drawing/2014/main" id="{D19394D6-82C6-34F9-4C9C-80F28BD9BD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22" r="47500"/>
          <a:stretch>
            <a:fillRect/>
          </a:stretch>
        </p:blipFill>
        <p:spPr bwMode="auto">
          <a:xfrm>
            <a:off x="979713" y="1401083"/>
            <a:ext cx="2460171" cy="381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E81A6A-7F09-7A66-55E2-025F4F62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Improvements and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3828006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58C4A-E419-C27B-0C80-FDCE81AB9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5D525-9E0D-1CD9-9A3C-D93B63442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7086" y="2386241"/>
            <a:ext cx="7456714" cy="4351338"/>
          </a:xfrm>
        </p:spPr>
        <p:txBody>
          <a:bodyPr/>
          <a:lstStyle/>
          <a:p>
            <a:r>
              <a:rPr lang="en-US" dirty="0"/>
              <a:t>Sliding window of live sensor data</a:t>
            </a:r>
          </a:p>
          <a:p>
            <a:r>
              <a:rPr lang="en-US" dirty="0"/>
              <a:t>Pass window through model</a:t>
            </a:r>
          </a:p>
          <a:p>
            <a:r>
              <a:rPr lang="en-US" dirty="0"/>
              <a:t>Real time output:</a:t>
            </a:r>
          </a:p>
          <a:p>
            <a:pPr marL="457200" lvl="1" indent="0">
              <a:buNone/>
            </a:pPr>
            <a:r>
              <a:rPr lang="en-US" dirty="0"/>
              <a:t>000001111122222211111100000</a:t>
            </a:r>
          </a:p>
          <a:p>
            <a:r>
              <a:rPr lang="en-US" dirty="0"/>
              <a:t>Logic to turn output into rep count</a:t>
            </a:r>
          </a:p>
        </p:txBody>
      </p:sp>
      <p:pic>
        <p:nvPicPr>
          <p:cNvPr id="2050" name="Picture 2" descr="Example of Many-to-One LSTM - PyTorch Forums">
            <a:extLst>
              <a:ext uri="{FF2B5EF4-FFF2-40B4-BE49-F238E27FC236}">
                <a16:creationId xmlns:a16="http://schemas.microsoft.com/office/drawing/2014/main" id="{D8F997A4-D925-4AC5-EE85-DB53A2866E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22" r="47500"/>
          <a:stretch>
            <a:fillRect/>
          </a:stretch>
        </p:blipFill>
        <p:spPr bwMode="auto">
          <a:xfrm>
            <a:off x="979713" y="1401083"/>
            <a:ext cx="2460171" cy="381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3C6318-5163-77D1-0A38-827D7F891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Improvements and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2577114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191</Words>
  <Application>Microsoft Office PowerPoint</Application>
  <PresentationFormat>Widescreen</PresentationFormat>
  <Paragraphs>41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Real Time RNN Predictor</vt:lpstr>
      <vt:lpstr>Embedded Rep Counter</vt:lpstr>
      <vt:lpstr>Embedded Rep Counter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Last Layer</vt:lpstr>
      <vt:lpstr>Where I saw the greatest improvements</vt:lpstr>
      <vt:lpstr>Improvements and Implementations</vt:lpstr>
      <vt:lpstr>Improvements and Implementations</vt:lpstr>
      <vt:lpstr>Improvements and Implementations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Spiesman</dc:creator>
  <cp:lastModifiedBy>Joshua Spiesman</cp:lastModifiedBy>
  <cp:revision>3</cp:revision>
  <dcterms:created xsi:type="dcterms:W3CDTF">2026-04-16T05:02:32Z</dcterms:created>
  <dcterms:modified xsi:type="dcterms:W3CDTF">2026-04-16T07:05:03Z</dcterms:modified>
</cp:coreProperties>
</file>